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20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00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87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40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528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22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82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367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223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9235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367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A4A68-AFA0-4549-B993-53AD87CC05F4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F5F05-E795-447F-85E0-ADEE9BF7C39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193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04800" y="1101814"/>
            <a:ext cx="2370306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TW" altLang="en-US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科別主檔(</a:t>
            </a:r>
            <a:r>
              <a:rPr lang="en-US" altLang="zh-TW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OpdSectionTbl</a:t>
            </a:r>
            <a:r>
              <a:rPr lang="en-US" altLang="zh-TW" sz="1200" b="0" noProof="1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304800" y="1330414"/>
            <a:ext cx="2370306" cy="2350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1.chSecNo char(02)   </a:t>
            </a:r>
            <a:r>
              <a:rPr lang="zh-TW" altLang="en-US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科別代碼</a:t>
            </a:r>
            <a:endParaRPr lang="en-US" altLang="zh-TW" sz="12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304800" y="1559014"/>
            <a:ext cx="2370306" cy="2350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2.chSecName char(30) </a:t>
            </a:r>
            <a:r>
              <a:rPr lang="zh-TW" altLang="en-US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科別名稱</a:t>
            </a:r>
            <a:endParaRPr lang="en-US" altLang="zh-TW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Rectangle 88"/>
          <p:cNvSpPr>
            <a:spLocks noChangeArrowheads="1"/>
          </p:cNvSpPr>
          <p:nvPr/>
        </p:nvSpPr>
        <p:spPr bwMode="auto">
          <a:xfrm>
            <a:off x="3352800" y="0"/>
            <a:ext cx="3581400" cy="3810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TW" altLang="en-US" dirty="0" smtClean="0"/>
              <a:t>門診掛號系統</a:t>
            </a:r>
            <a:r>
              <a:rPr lang="en-US" altLang="zh-TW" dirty="0" smtClean="0"/>
              <a:t>-</a:t>
            </a:r>
            <a:r>
              <a:rPr lang="zh-TW" altLang="en-US" dirty="0" smtClean="0"/>
              <a:t>基本主檔</a:t>
            </a:r>
            <a:endParaRPr lang="zh-TW" altLang="en-US" b="0" dirty="0"/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301557" y="2022700"/>
            <a:ext cx="2373548" cy="23508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TW" altLang="en-US" sz="120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醫師</a:t>
            </a:r>
            <a:r>
              <a:rPr lang="zh-TW" altLang="en-US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主檔(</a:t>
            </a:r>
            <a:r>
              <a:rPr lang="en-US" altLang="zh-TW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OpdDoctorTbl</a:t>
            </a:r>
            <a:r>
              <a:rPr lang="en-US" altLang="zh-TW" sz="1200" b="0" noProof="1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301556" y="2251300"/>
            <a:ext cx="2373549" cy="2350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1.chDocNo char(04)   </a:t>
            </a:r>
            <a:r>
              <a:rPr lang="zh-TW" altLang="en-US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醫師代碼</a:t>
            </a:r>
            <a:endParaRPr lang="en-US" altLang="zh-TW" sz="1200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301557" y="2479900"/>
            <a:ext cx="2373548" cy="228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TW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2.chDocName char(30) </a:t>
            </a:r>
            <a:r>
              <a:rPr lang="zh-TW" altLang="en-US" sz="1200" b="0" noProof="1" smtClean="0">
                <a:latin typeface="標楷體" panose="03000509000000000000" pitchFamily="65" charset="-120"/>
                <a:ea typeface="標楷體" panose="03000509000000000000" pitchFamily="65" charset="-120"/>
              </a:rPr>
              <a:t>醫師姓名</a:t>
            </a:r>
            <a:endParaRPr lang="en-US" altLang="zh-TW" b="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452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8"/>
          <p:cNvSpPr>
            <a:spLocks noChangeArrowheads="1"/>
          </p:cNvSpPr>
          <p:nvPr/>
        </p:nvSpPr>
        <p:spPr bwMode="auto">
          <a:xfrm>
            <a:off x="3352800" y="0"/>
            <a:ext cx="3581400" cy="381000"/>
          </a:xfrm>
          <a:prstGeom prst="rect">
            <a:avLst/>
          </a:prstGeom>
          <a:solidFill>
            <a:srgbClr val="99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zh-TW" altLang="en-US" dirty="0" smtClean="0"/>
              <a:t>門診掛號系統</a:t>
            </a:r>
            <a:r>
              <a:rPr lang="en-US" altLang="zh-TW" dirty="0" smtClean="0"/>
              <a:t>-</a:t>
            </a:r>
            <a:r>
              <a:rPr lang="zh-TW" altLang="en-US" dirty="0" smtClean="0"/>
              <a:t>交易檔</a:t>
            </a:r>
            <a:endParaRPr lang="zh-TW" altLang="en-US" b="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600526"/>
              </p:ext>
            </p:extLst>
          </p:nvPr>
        </p:nvGraphicFramePr>
        <p:xfrm>
          <a:off x="345112" y="604955"/>
          <a:ext cx="2569183" cy="354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183">
                  <a:extLst>
                    <a:ext uri="{9D8B030D-6E8A-4147-A177-3AD203B41FA5}">
                      <a16:colId xmlns:a16="http://schemas.microsoft.com/office/drawing/2014/main" val="1522573134"/>
                    </a:ext>
                  </a:extLst>
                </a:gridCol>
              </a:tblGrid>
              <a:tr h="47243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0" noProof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掛號看診檔</a:t>
                      </a:r>
                    </a:p>
                    <a:p>
                      <a:pPr algn="ctr"/>
                      <a:r>
                        <a:rPr lang="zh-TW" altLang="en-US" sz="1800" b="0" noProof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en-US" altLang="zh-TW" sz="1800" b="0" noProof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OpdRegDiagnosisTbl</a:t>
                      </a:r>
                      <a:r>
                        <a:rPr lang="en-US" altLang="zh-TW" sz="2000" b="0" noProof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en-US" altLang="zh-TW" b="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08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日期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0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時段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415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醫師代碼</a:t>
                      </a:r>
                      <a:endParaRPr lang="en-US" altLang="zh-TW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041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掛號號碼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87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 smtClean="0"/>
                        <a:t>病歷號碼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37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683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030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157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</Words>
  <Application>Microsoft Office PowerPoint</Application>
  <PresentationFormat>寬螢幕</PresentationFormat>
  <Paragraphs>15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新細明體</vt:lpstr>
      <vt:lpstr>標楷體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hp</dc:creator>
  <cp:lastModifiedBy>hp</cp:lastModifiedBy>
  <cp:revision>3</cp:revision>
  <dcterms:created xsi:type="dcterms:W3CDTF">2026-03-16T15:34:01Z</dcterms:created>
  <dcterms:modified xsi:type="dcterms:W3CDTF">2026-03-16T15:42:37Z</dcterms:modified>
</cp:coreProperties>
</file>