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70" r:id="rId4"/>
    <p:sldId id="271" r:id="rId5"/>
    <p:sldId id="272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3" d="100"/>
          <a:sy n="93" d="100"/>
        </p:scale>
        <p:origin x="2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1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8676C-D457-4A0B-9C91-83939419494E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45429-42BB-4635-80E2-ABE2C984EC7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719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42F59D-1976-4030-A7B5-0D54ABB5D05B}" type="slidenum">
              <a:rPr lang="en-US" altLang="zh-TW"/>
              <a:pPr/>
              <a:t>3</a:t>
            </a:fld>
            <a:endParaRPr lang="en-US" altLang="zh-TW"/>
          </a:p>
        </p:txBody>
      </p:sp>
      <p:sp>
        <p:nvSpPr>
          <p:cNvPr id="158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0725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53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68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01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937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132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03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88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0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95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277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07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F9A4-4469-4216-8732-74830AAB3356}" type="datetimeFigureOut">
              <a:rPr lang="zh-TW" altLang="en-US" smtClean="0"/>
              <a:t>2026/2/18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601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規定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及課程方向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760794"/>
          </a:xfrm>
        </p:spPr>
        <p:txBody>
          <a:bodyPr>
            <a:normAutofit fontScale="92500" lnSpcReduction="10000"/>
          </a:bodyPr>
          <a:lstStyle/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114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學年下學期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醫療資訊管理 </a:t>
            </a:r>
            <a:endParaRPr lang="en-US" altLang="zh-TW" sz="28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Medical </a:t>
            </a:r>
            <a:r>
              <a:rPr lang="en-US" altLang="zh-TW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Information Management</a:t>
            </a:r>
          </a:p>
          <a:p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任課老師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吳志成</a:t>
            </a:r>
            <a:endParaRPr lang="zh-TW" altLang="en-US" sz="28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657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0368"/>
            <a:ext cx="10515600" cy="1183589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19922" y="2021999"/>
            <a:ext cx="10157678" cy="4498874"/>
          </a:xfrm>
        </p:spPr>
        <p:txBody>
          <a:bodyPr>
            <a:no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後進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教室算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遲到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上課禁用手機，請專心上課</a:t>
            </a:r>
            <a:endParaRPr lang="en-US" altLang="zh-TW" sz="32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想睡覺的，建議洗臉</a:t>
            </a:r>
            <a:r>
              <a:rPr lang="zh-TW" altLang="en-US" sz="3200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站立上課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Free</a:t>
            </a: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上課吵鬧，影響到老師同學，予以糾正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1/3 (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含</a:t>
            </a:r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以上未出席課程無法給予學分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次遲到算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次未到課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為加強同學上課專注度，請同學回答問題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課堂表現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32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34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 txBox="1">
            <a:spLocks/>
          </p:cNvSpPr>
          <p:nvPr/>
        </p:nvSpPr>
        <p:spPr>
          <a:xfrm>
            <a:off x="838200" y="387178"/>
            <a:ext cx="10515600" cy="996779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endParaRPr lang="zh-TW" altLang="en-US" dirty="0"/>
          </a:p>
        </p:txBody>
      </p:sp>
      <p:grpSp>
        <p:nvGrpSpPr>
          <p:cNvPr id="10" name="群組 9"/>
          <p:cNvGrpSpPr/>
          <p:nvPr/>
        </p:nvGrpSpPr>
        <p:grpSpPr>
          <a:xfrm>
            <a:off x="3590745" y="1673523"/>
            <a:ext cx="5010510" cy="4830793"/>
            <a:chOff x="1708030" y="189781"/>
            <a:chExt cx="6271404" cy="6305910"/>
          </a:xfrm>
        </p:grpSpPr>
        <p:sp>
          <p:nvSpPr>
            <p:cNvPr id="11" name="流程圖: 或 10"/>
            <p:cNvSpPr/>
            <p:nvPr/>
          </p:nvSpPr>
          <p:spPr>
            <a:xfrm>
              <a:off x="1708030" y="189781"/>
              <a:ext cx="6271404" cy="6305910"/>
            </a:xfrm>
            <a:prstGeom prst="flowChartOr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流程圖: 結束點 11"/>
            <p:cNvSpPr/>
            <p:nvPr/>
          </p:nvSpPr>
          <p:spPr>
            <a:xfrm>
              <a:off x="2112751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課堂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表現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出席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3" name="流程圖: 結束點 12"/>
            <p:cNvSpPr/>
            <p:nvPr/>
          </p:nvSpPr>
          <p:spPr>
            <a:xfrm>
              <a:off x="5056515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小考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4" name="流程圖: 結束點 13"/>
            <p:cNvSpPr/>
            <p:nvPr/>
          </p:nvSpPr>
          <p:spPr>
            <a:xfrm>
              <a:off x="5056515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期末考</a:t>
              </a:r>
              <a:endPara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5" name="流程圖: 結束點 14"/>
            <p:cNvSpPr/>
            <p:nvPr/>
          </p:nvSpPr>
          <p:spPr>
            <a:xfrm>
              <a:off x="2112752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期中考</a:t>
              </a:r>
              <a:endParaRPr lang="zh-TW" altLang="en-US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2472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4675" y="6856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課程方向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0627" y="1295271"/>
            <a:ext cx="10515600" cy="5179670"/>
          </a:xfrm>
        </p:spPr>
        <p:txBody>
          <a:bodyPr>
            <a:normAutofit lnSpcReduction="10000"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4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週上課前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在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Classroom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上繳交求職履歷表及自傳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兩個連結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一律以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Markdown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格式撰寫，上傳至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</a:p>
          <a:p>
            <a:pPr lvl="1"/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週繳交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(Midterm Exam)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資料庫結構設計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Database schema design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十分鐘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Demo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說明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1~3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人一組，任選一個子系統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掛號系統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門診醫囑系統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批價收費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藥師發藥系統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13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14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(Final Project Presentation)</a:t>
            </a:r>
          </a:p>
          <a:p>
            <a:pPr lvl="1"/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Demo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執行程式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，說明：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資料庫結構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語言不限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重點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 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思考的細膩度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設計流程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邏輯及資料庫設計的功力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支援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5741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9753"/>
            <a:ext cx="10515600" cy="1216540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課程進度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安排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55822" y="1326292"/>
            <a:ext cx="10515600" cy="5272215"/>
          </a:xfrm>
        </p:spPr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1~2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週：建立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帳戶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、安裝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VS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Code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建立與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連結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3~8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HIS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Overview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、深入探討四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個子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MS SQL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資料庫基礎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操作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Midterm Exam</a:t>
            </a: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10~12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MS SQL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語法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(SQL</a:t>
            </a:r>
            <a:r>
              <a:rPr lang="zh-TW" altLang="en-US" dirty="0" smtClean="0"/>
              <a:t>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Statement) 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13~14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Final Project Presentation</a:t>
            </a:r>
            <a:endParaRPr lang="en-US" altLang="zh-TW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25948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2708</TotalTime>
  <Words>316</Words>
  <Application>Microsoft Office PowerPoint</Application>
  <PresentationFormat>寬螢幕</PresentationFormat>
  <Paragraphs>48</Paragraphs>
  <Slides>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2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課堂規定、評量標準 及課程方向</vt:lpstr>
      <vt:lpstr>1.課堂規定</vt:lpstr>
      <vt:lpstr>PowerPoint 簡報</vt:lpstr>
      <vt:lpstr>3.課程方向</vt:lpstr>
      <vt:lpstr>課程進度安排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課堂規定</dc:title>
  <dc:creator>USER</dc:creator>
  <cp:lastModifiedBy>hp</cp:lastModifiedBy>
  <cp:revision>108</cp:revision>
  <dcterms:created xsi:type="dcterms:W3CDTF">2023-02-10T08:39:17Z</dcterms:created>
  <dcterms:modified xsi:type="dcterms:W3CDTF">2026-02-18T02:02:13Z</dcterms:modified>
</cp:coreProperties>
</file>