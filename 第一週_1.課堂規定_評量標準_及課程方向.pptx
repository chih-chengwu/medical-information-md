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70" r:id="rId4"/>
    <p:sldId id="271" r:id="rId5"/>
    <p:sldId id="272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3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規定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及課程方向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760794"/>
          </a:xfrm>
        </p:spPr>
        <p:txBody>
          <a:bodyPr>
            <a:normAutofit fontScale="92500" lnSpcReduction="10000"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學年下學期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醫療資訊管理 </a:t>
            </a:r>
            <a:endParaRPr lang="en-US" altLang="zh-TW" sz="28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Medical </a:t>
            </a: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Information Management</a:t>
            </a: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387178"/>
            <a:ext cx="10515600" cy="996779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期末考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期中考</a:t>
              </a:r>
              <a:endParaRPr lang="zh-TW" altLang="en-US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4675" y="6856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課程方向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0627" y="1295271"/>
            <a:ext cx="10515600" cy="5179670"/>
          </a:xfrm>
        </p:spPr>
        <p:txBody>
          <a:bodyPr>
            <a:normAutofit lnSpcReduction="1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上課前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在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Classroom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上繳交求職履歷表及自傳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兩個連結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一律以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Markdown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格式撰寫，上傳至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</a:p>
          <a:p>
            <a:pPr lvl="1"/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週繳交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(Midterm Exam)</a:t>
            </a:r>
          </a:p>
          <a:p>
            <a:pPr lvl="1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資料庫結構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(Database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schema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design)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十分鐘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說明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1~3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人一組，任選一個子系統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掛號系統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門診醫囑系統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批價收費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藥師發藥系統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(Final Project Presentation)</a:t>
            </a:r>
          </a:p>
          <a:p>
            <a:pPr lvl="1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執行程式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，說明：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資料庫結構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語言不限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重點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思考的細膩度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設計流程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邏輯及資料庫設計的功力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支援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5741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9753"/>
            <a:ext cx="10515600" cy="1216540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課程進度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安排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822" y="1326292"/>
            <a:ext cx="10515600" cy="5272215"/>
          </a:xfrm>
        </p:spPr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週：建立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帳戶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、安裝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VS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Code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建立與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連結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3~8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HIS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Overview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、深入探討四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個子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MS SQL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資料庫基礎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操作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Midterm Exam</a:t>
            </a: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10~12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MS SQL 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語法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(SQL</a:t>
            </a:r>
            <a:r>
              <a:rPr lang="zh-TW" altLang="en-US" dirty="0" smtClean="0">
                <a:solidFill>
                  <a:srgbClr val="FF0000"/>
                </a:solidFill>
              </a:rPr>
              <a:t>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Statement) 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13~14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Final Project Presentation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25948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4422</TotalTime>
  <Words>318</Words>
  <Application>Microsoft Office PowerPoint</Application>
  <PresentationFormat>寬螢幕</PresentationFormat>
  <Paragraphs>48</Paragraphs>
  <Slides>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課堂規定、評量標準 及課程方向</vt:lpstr>
      <vt:lpstr>1.課堂規定</vt:lpstr>
      <vt:lpstr>PowerPoint 簡報</vt:lpstr>
      <vt:lpstr>3.課程方向</vt:lpstr>
      <vt:lpstr>課程進度安排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hp</cp:lastModifiedBy>
  <cp:revision>110</cp:revision>
  <dcterms:created xsi:type="dcterms:W3CDTF">2023-02-10T08:39:17Z</dcterms:created>
  <dcterms:modified xsi:type="dcterms:W3CDTF">2026-02-20T07:31:27Z</dcterms:modified>
</cp:coreProperties>
</file>