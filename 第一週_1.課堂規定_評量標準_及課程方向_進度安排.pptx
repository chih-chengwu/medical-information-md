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61" r:id="rId3"/>
    <p:sldId id="270" r:id="rId4"/>
    <p:sldId id="271" r:id="rId5"/>
    <p:sldId id="272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93" d="100"/>
          <a:sy n="93" d="100"/>
        </p:scale>
        <p:origin x="259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4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A8676C-D457-4A0B-9C91-83939419494E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045429-42BB-4635-80E2-ABE2C984EC7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71963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5042F59D-1976-4030-A7B5-0D54ABB5D05B}" type="slidenum">
              <a:rPr lang="en-US" altLang="zh-TW"/>
              <a:pPr/>
              <a:t>3</a:t>
            </a:fld>
            <a:endParaRPr lang="en-US" altLang="zh-TW"/>
          </a:p>
        </p:txBody>
      </p:sp>
      <p:sp>
        <p:nvSpPr>
          <p:cNvPr id="15861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586179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zh-TW" altLang="zh-TW"/>
          </a:p>
        </p:txBody>
      </p:sp>
    </p:spTree>
    <p:extLst>
      <p:ext uri="{BB962C8B-B14F-4D97-AF65-F5344CB8AC3E}">
        <p14:creationId xmlns:p14="http://schemas.microsoft.com/office/powerpoint/2010/main" val="3607250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 smtClean="0"/>
              <a:t>按一下以編輯母片副標題樣式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145339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626825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60105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59375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13250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010393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988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30060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smtClean="0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95141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602771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100718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smtClean="0"/>
              <a:t>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30F9A4-4469-4216-8732-74830AAB3356}" type="datetimeFigureOut">
              <a:rPr lang="zh-TW" altLang="en-US" smtClean="0"/>
              <a:t>2026/2/22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A8B51A-03C2-4546-9AC5-486435BCA03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31601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規定</a:t>
            </a:r>
            <a:r>
              <a:rPr lang="zh-TW" altLang="en-US" dirty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/>
            </a:r>
            <a:b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</a:b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及課程方向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760794"/>
          </a:xfrm>
        </p:spPr>
        <p:txBody>
          <a:bodyPr>
            <a:normAutofit fontScale="92500" lnSpcReduction="10000"/>
          </a:bodyPr>
          <a:lstStyle/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114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學年下學期</a:t>
            </a:r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-</a:t>
            </a:r>
            <a:r>
              <a:rPr lang="zh-TW" altLang="en-US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醫療資訊管理 </a:t>
            </a:r>
            <a:endParaRPr lang="en-US" altLang="zh-TW" sz="28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28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Medical </a:t>
            </a:r>
            <a:r>
              <a:rPr lang="en-US" altLang="zh-TW" sz="2800" dirty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Information Management</a:t>
            </a:r>
          </a:p>
          <a:p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任課老師</a:t>
            </a:r>
            <a:r>
              <a:rPr lang="en-US" altLang="zh-TW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:</a:t>
            </a:r>
            <a:r>
              <a:rPr lang="zh-TW" altLang="en-US" sz="28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吳志成</a:t>
            </a:r>
            <a:endParaRPr lang="zh-TW" altLang="en-US" sz="28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865786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0368"/>
            <a:ext cx="10515600" cy="1183589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課堂規定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1119922" y="2021999"/>
            <a:ext cx="10157678" cy="4498874"/>
          </a:xfrm>
        </p:spPr>
        <p:txBody>
          <a:bodyPr>
            <a:noAutofit/>
          </a:bodyPr>
          <a:lstStyle/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後進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教室算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遲到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上課禁用手機，請專心上課</a:t>
            </a:r>
            <a:endParaRPr lang="en-US" altLang="zh-TW" sz="3200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想睡覺的，建議洗臉</a:t>
            </a:r>
            <a:r>
              <a:rPr lang="zh-TW" altLang="en-US" sz="3200" dirty="0" smtClean="0"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站立上課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或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5</a:t>
            </a:r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分鐘</a:t>
            </a:r>
            <a:r>
              <a:rPr lang="en-US" altLang="zh-TW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Free</a:t>
            </a:r>
          </a:p>
          <a:p>
            <a:r>
              <a:rPr lang="zh-TW" altLang="en-US" sz="32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上課吵鬧，影響到老師同學，予以糾正</a:t>
            </a:r>
            <a:endParaRPr lang="en-US" altLang="zh-TW" sz="3200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1/3 (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含</a:t>
            </a:r>
            <a:r>
              <a:rPr lang="en-US" altLang="zh-TW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r>
              <a:rPr lang="zh-TW" altLang="en-US" sz="3200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以上未出席課程無法給予學分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，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2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次遲到算</a:t>
            </a:r>
            <a:r>
              <a:rPr lang="en-US" altLang="zh-TW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1</a:t>
            </a:r>
            <a:r>
              <a:rPr lang="zh-TW" altLang="en-US" sz="3200" dirty="0">
                <a:latin typeface="標楷體" panose="03000509000000000000" pitchFamily="65" charset="-120"/>
                <a:ea typeface="標楷體" panose="03000509000000000000" pitchFamily="65" charset="-120"/>
              </a:rPr>
              <a:t>次未到課</a:t>
            </a:r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sz="32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為加強同學上課專注度，請同學回答問題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課堂表現</a:t>
            </a:r>
            <a:r>
              <a:rPr lang="en-US" altLang="zh-TW" sz="32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sz="3200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67340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/>
          <p:cNvSpPr txBox="1">
            <a:spLocks/>
          </p:cNvSpPr>
          <p:nvPr/>
        </p:nvSpPr>
        <p:spPr>
          <a:xfrm>
            <a:off x="838200" y="387178"/>
            <a:ext cx="10515600" cy="996779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評量標準</a:t>
            </a:r>
            <a:endParaRPr lang="zh-TW" altLang="en-US" dirty="0"/>
          </a:p>
        </p:txBody>
      </p:sp>
      <p:grpSp>
        <p:nvGrpSpPr>
          <p:cNvPr id="10" name="群組 9"/>
          <p:cNvGrpSpPr/>
          <p:nvPr/>
        </p:nvGrpSpPr>
        <p:grpSpPr>
          <a:xfrm>
            <a:off x="3590745" y="1673523"/>
            <a:ext cx="5010510" cy="4830793"/>
            <a:chOff x="1708030" y="189781"/>
            <a:chExt cx="6271404" cy="6305910"/>
          </a:xfrm>
        </p:grpSpPr>
        <p:sp>
          <p:nvSpPr>
            <p:cNvPr id="11" name="流程圖: 或 10"/>
            <p:cNvSpPr/>
            <p:nvPr/>
          </p:nvSpPr>
          <p:spPr>
            <a:xfrm>
              <a:off x="1708030" y="189781"/>
              <a:ext cx="6271404" cy="6305910"/>
            </a:xfrm>
            <a:prstGeom prst="flowChartOr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solidFill>
                  <a:srgbClr val="FF0000"/>
                </a:solidFill>
              </a:endParaRPr>
            </a:p>
          </p:txBody>
        </p:sp>
        <p:sp>
          <p:nvSpPr>
            <p:cNvPr id="12" name="流程圖: 結束點 11"/>
            <p:cNvSpPr/>
            <p:nvPr/>
          </p:nvSpPr>
          <p:spPr>
            <a:xfrm>
              <a:off x="2112751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課堂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表現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出席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3" name="流程圖: 結束點 12"/>
            <p:cNvSpPr/>
            <p:nvPr/>
          </p:nvSpPr>
          <p:spPr>
            <a:xfrm>
              <a:off x="5056515" y="181586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作業</a:t>
              </a:r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+</a:t>
              </a:r>
              <a:r>
                <a:rPr lang="zh-TW" altLang="en-US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小考</a:t>
              </a:r>
              <a:endParaRPr lang="en-US" altLang="zh-TW" sz="2400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0000FF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0000FF"/>
                </a:solidFill>
              </a:endParaRPr>
            </a:p>
          </p:txBody>
        </p:sp>
        <p:sp>
          <p:nvSpPr>
            <p:cNvPr id="14" name="流程圖: 結束點 13"/>
            <p:cNvSpPr/>
            <p:nvPr/>
          </p:nvSpPr>
          <p:spPr>
            <a:xfrm>
              <a:off x="5056515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期末考</a:t>
              </a:r>
              <a:endParaRPr lang="en-US" altLang="zh-TW" sz="2400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endParaRPr>
            </a:p>
            <a:p>
              <a:pPr algn="ctr"/>
              <a:r>
                <a:rPr lang="en-US" altLang="zh-TW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</a:t>
              </a:r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  <p:sp>
          <p:nvSpPr>
            <p:cNvPr id="15" name="流程圖: 結束點 14"/>
            <p:cNvSpPr/>
            <p:nvPr/>
          </p:nvSpPr>
          <p:spPr>
            <a:xfrm>
              <a:off x="2112752" y="4075981"/>
              <a:ext cx="2539041" cy="966158"/>
            </a:xfrm>
            <a:prstGeom prst="flowChartTerminator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sz="2400" dirty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期中考</a:t>
              </a:r>
              <a:endParaRPr lang="zh-TW" altLang="en-US" sz="2400" dirty="0">
                <a:solidFill>
                  <a:srgbClr val="FF0000"/>
                </a:solidFill>
              </a:endParaRPr>
            </a:p>
            <a:p>
              <a:pPr algn="ctr"/>
              <a:r>
                <a:rPr lang="en-US" altLang="zh-TW" sz="2400" dirty="0" smtClean="0">
                  <a:solidFill>
                    <a:srgbClr val="FF0000"/>
                  </a:solidFill>
                  <a:latin typeface="標楷體" panose="03000509000000000000" pitchFamily="65" charset="-120"/>
                  <a:ea typeface="標楷體" panose="03000509000000000000" pitchFamily="65" charset="-120"/>
                </a:rPr>
                <a:t>25%</a:t>
              </a:r>
              <a:endParaRPr lang="zh-TW" altLang="en-US" sz="24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2472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54675" y="68562"/>
            <a:ext cx="10515600" cy="985881"/>
          </a:xfrm>
        </p:spPr>
        <p:txBody>
          <a:bodyPr>
            <a:normAutofit/>
          </a:bodyPr>
          <a:lstStyle/>
          <a:p>
            <a:pPr algn="ctr"/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課程方向</a:t>
            </a:r>
            <a:endParaRPr lang="zh-TW" altLang="en-US" dirty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962389" y="1054442"/>
            <a:ext cx="10515600" cy="5634681"/>
          </a:xfrm>
        </p:spPr>
        <p:txBody>
          <a:bodyPr>
            <a:normAutofit/>
          </a:bodyPr>
          <a:lstStyle/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一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週上課前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作業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在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Classroom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上繳交求職履歷表及自傳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兩個連結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一律以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Markdown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 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格式撰寫，上傳至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週繳交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(Midterm Exam)</a:t>
            </a:r>
          </a:p>
          <a:p>
            <a:pPr lvl="1"/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資料庫結構設計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(Database schema design)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十分鐘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說明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人一組，任選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(1~3)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一個子系統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掛號系統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2.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門診醫囑系統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批價收費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(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4.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病歷系統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, 5.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藥師發藥系統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)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 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(Final Project Presentation)</a:t>
            </a:r>
          </a:p>
          <a:p>
            <a:pPr lvl="1"/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Demo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執行程式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，說明：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資料庫結構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及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語言不限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pPr lvl="1"/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重點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UI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思考的細膩度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設計流程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邏輯及資料庫設計的功力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支援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四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.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小考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: MS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SQL Statement</a:t>
            </a:r>
          </a:p>
        </p:txBody>
      </p:sp>
    </p:spTree>
    <p:extLst>
      <p:ext uri="{BB962C8B-B14F-4D97-AF65-F5344CB8AC3E}">
        <p14:creationId xmlns:p14="http://schemas.microsoft.com/office/powerpoint/2010/main" val="41757415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09753"/>
            <a:ext cx="10515600" cy="1216540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課程進度</a:t>
            </a:r>
            <a:r>
              <a:rPr lang="zh-TW" altLang="en-US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安排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822" y="1326292"/>
            <a:ext cx="10515600" cy="5272215"/>
          </a:xfrm>
        </p:spPr>
        <p:txBody>
          <a:bodyPr/>
          <a:lstStyle/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1~2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週：建立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帳戶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、安裝</a:t>
            </a:r>
            <a:r>
              <a:rPr lang="en-US" altLang="zh-TW" dirty="0">
                <a:latin typeface="標楷體" panose="03000509000000000000" pitchFamily="65" charset="-120"/>
                <a:ea typeface="標楷體" panose="03000509000000000000" pitchFamily="65" charset="-120"/>
              </a:rPr>
              <a:t>VS 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Code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建立與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GitHub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連結</a:t>
            </a:r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3~8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HIS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系統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Overview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、深入探討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三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個子系統、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 SQL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資料庫基礎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/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操作</a:t>
            </a:r>
            <a:endParaRPr lang="en-US" altLang="zh-TW" dirty="0" smtClean="0">
              <a:solidFill>
                <a:srgbClr val="FF0000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9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Midterm Exam</a:t>
            </a:r>
          </a:p>
          <a:p>
            <a:endParaRPr lang="en-US" altLang="zh-TW" dirty="0" smtClean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10~12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：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探討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二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個子系統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MS SQL </a:t>
            </a:r>
            <a:r>
              <a:rPr lang="zh-TW" altLang="en-US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語法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(SQL</a:t>
            </a:r>
            <a:r>
              <a:rPr lang="zh-TW" altLang="en-US" dirty="0" smtClean="0">
                <a:solidFill>
                  <a:srgbClr val="FF0000"/>
                </a:solidFill>
              </a:rPr>
              <a:t> </a:t>
            </a:r>
            <a:r>
              <a:rPr lang="en-US" altLang="zh-TW" dirty="0" smtClean="0">
                <a:solidFill>
                  <a:srgbClr val="FF000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Statement) </a:t>
            </a:r>
          </a:p>
          <a:p>
            <a:endParaRPr lang="en-US" altLang="zh-TW" dirty="0">
              <a:latin typeface="標楷體" panose="03000509000000000000" pitchFamily="65" charset="-120"/>
              <a:ea typeface="標楷體" panose="03000509000000000000" pitchFamily="65" charset="-120"/>
            </a:endParaRPr>
          </a:p>
          <a:p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第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13~14</a:t>
            </a:r>
            <a:r>
              <a:rPr lang="zh-TW" altLang="en-US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週：</a:t>
            </a:r>
            <a:r>
              <a:rPr lang="en-US" altLang="zh-TW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Final Project Presentation</a:t>
            </a:r>
            <a:endParaRPr lang="en-US" altLang="zh-TW" dirty="0">
              <a:solidFill>
                <a:srgbClr val="0000FF"/>
              </a:solidFill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325948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4443</TotalTime>
  <Words>343</Words>
  <Application>Microsoft Office PowerPoint</Application>
  <PresentationFormat>寬螢幕</PresentationFormat>
  <Paragraphs>47</Paragraphs>
  <Slides>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2" baseType="lpstr">
      <vt:lpstr>新細明體</vt:lpstr>
      <vt:lpstr>新細明體</vt:lpstr>
      <vt:lpstr>標楷體</vt:lpstr>
      <vt:lpstr>Arial</vt:lpstr>
      <vt:lpstr>Calibri</vt:lpstr>
      <vt:lpstr>Calibri Light</vt:lpstr>
      <vt:lpstr>Office 佈景主題</vt:lpstr>
      <vt:lpstr>課堂規定、評量標準 及課程方向</vt:lpstr>
      <vt:lpstr>1.課堂規定</vt:lpstr>
      <vt:lpstr>PowerPoint 簡報</vt:lpstr>
      <vt:lpstr>3.課程方向</vt:lpstr>
      <vt:lpstr>課程進度安排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課堂規定</dc:title>
  <dc:creator>USER</dc:creator>
  <cp:lastModifiedBy>hp</cp:lastModifiedBy>
  <cp:revision>114</cp:revision>
  <dcterms:created xsi:type="dcterms:W3CDTF">2023-02-10T08:39:17Z</dcterms:created>
  <dcterms:modified xsi:type="dcterms:W3CDTF">2026-02-22T09:37:31Z</dcterms:modified>
</cp:coreProperties>
</file>