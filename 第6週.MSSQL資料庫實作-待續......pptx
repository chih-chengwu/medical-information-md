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E21C-CA9A-4B0D-B939-ECA476344D9E}" type="datetimeFigureOut">
              <a:rPr lang="zh-TW" altLang="en-US" smtClean="0"/>
              <a:t>2026/3/8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3FBF-1DDB-4B17-8216-EA7405410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0717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E21C-CA9A-4B0D-B939-ECA476344D9E}" type="datetimeFigureOut">
              <a:rPr lang="zh-TW" altLang="en-US" smtClean="0"/>
              <a:t>2026/3/8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3FBF-1DDB-4B17-8216-EA7405410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4060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E21C-CA9A-4B0D-B939-ECA476344D9E}" type="datetimeFigureOut">
              <a:rPr lang="zh-TW" altLang="en-US" smtClean="0"/>
              <a:t>2026/3/8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3FBF-1DDB-4B17-8216-EA7405410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396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E21C-CA9A-4B0D-B939-ECA476344D9E}" type="datetimeFigureOut">
              <a:rPr lang="zh-TW" altLang="en-US" smtClean="0"/>
              <a:t>2026/3/8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3FBF-1DDB-4B17-8216-EA7405410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191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E21C-CA9A-4B0D-B939-ECA476344D9E}" type="datetimeFigureOut">
              <a:rPr lang="zh-TW" altLang="en-US" smtClean="0"/>
              <a:t>2026/3/8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3FBF-1DDB-4B17-8216-EA7405410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2146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E21C-CA9A-4B0D-B939-ECA476344D9E}" type="datetimeFigureOut">
              <a:rPr lang="zh-TW" altLang="en-US" smtClean="0"/>
              <a:t>2026/3/8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3FBF-1DDB-4B17-8216-EA7405410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8285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E21C-CA9A-4B0D-B939-ECA476344D9E}" type="datetimeFigureOut">
              <a:rPr lang="zh-TW" altLang="en-US" smtClean="0"/>
              <a:t>2026/3/8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3FBF-1DDB-4B17-8216-EA7405410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72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E21C-CA9A-4B0D-B939-ECA476344D9E}" type="datetimeFigureOut">
              <a:rPr lang="zh-TW" altLang="en-US" smtClean="0"/>
              <a:t>2026/3/8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3FBF-1DDB-4B17-8216-EA7405410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6129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E21C-CA9A-4B0D-B939-ECA476344D9E}" type="datetimeFigureOut">
              <a:rPr lang="zh-TW" altLang="en-US" smtClean="0"/>
              <a:t>2026/3/8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3FBF-1DDB-4B17-8216-EA7405410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8464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E21C-CA9A-4B0D-B939-ECA476344D9E}" type="datetimeFigureOut">
              <a:rPr lang="zh-TW" altLang="en-US" smtClean="0"/>
              <a:t>2026/3/8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3FBF-1DDB-4B17-8216-EA7405410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9227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5E21C-CA9A-4B0D-B939-ECA476344D9E}" type="datetimeFigureOut">
              <a:rPr lang="zh-TW" altLang="en-US" smtClean="0"/>
              <a:t>2026/3/8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3FBF-1DDB-4B17-8216-EA7405410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4155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5E21C-CA9A-4B0D-B939-ECA476344D9E}" type="datetimeFigureOut">
              <a:rPr lang="zh-TW" altLang="en-US" smtClean="0"/>
              <a:t>2026/3/8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13FBF-1DDB-4B17-8216-EA7405410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4017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待</a:t>
            </a:r>
            <a:r>
              <a:rPr lang="en-US" altLang="zh-TW" dirty="0" smtClean="0"/>
              <a:t>…..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0240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待…..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hp</dc:creator>
  <cp:lastModifiedBy>hp</cp:lastModifiedBy>
  <cp:revision>2</cp:revision>
  <dcterms:created xsi:type="dcterms:W3CDTF">2026-03-08T05:18:07Z</dcterms:created>
  <dcterms:modified xsi:type="dcterms:W3CDTF">2026-03-08T05:19:30Z</dcterms:modified>
</cp:coreProperties>
</file>